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B18900-A812-49DE-B21D-1FD0BC2A54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BB7E56-27B2-475E-B4CB-2CF0DED0BC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F30DA1-56D3-405C-A1AB-03C0246040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039ABA-D39F-42D7-928D-0CD4130707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0350E-C73E-49BB-BFDB-D8257A407A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BA2F9E-EECF-4F16-9687-648EA78EA1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1CE337-8E07-4C60-9060-3AF2EDF64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C3B3F-9537-46BD-9DD2-B3F6524FF1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DEA2C8-F579-4897-8FCD-9BC45BA3E3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59D6EA-C5B9-4626-A01F-E4AED8A474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089E2F-4636-4779-AD98-D53206945B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375120"/>
            <a:ext cx="9143640" cy="6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 architecture of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developing a smart photo editing + object recognition + AR app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455120" y="16059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4"/>
          <p:cNvPicPr/>
          <p:nvPr/>
        </p:nvPicPr>
        <p:blipFill>
          <a:blip r:embed="rId1"/>
          <a:stretch/>
        </p:blipFill>
        <p:spPr>
          <a:xfrm>
            <a:off x="1655280" y="1251000"/>
            <a:ext cx="9546120" cy="537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-2534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 ARCHITECTURE OF AUTONOMOUS DRONE 3D RECONSTRUCTION SYSTEM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4" name="Picture 3"/>
          <p:cNvPicPr/>
          <p:nvPr/>
        </p:nvPicPr>
        <p:blipFill>
          <a:blip r:embed="rId1"/>
          <a:stretch/>
        </p:blipFill>
        <p:spPr>
          <a:xfrm>
            <a:off x="5662440" y="2911680"/>
            <a:ext cx="1100160" cy="1962720"/>
          </a:xfrm>
          <a:prstGeom prst="rect">
            <a:avLst/>
          </a:prstGeom>
          <a:noFill/>
          <a:ln w="0">
            <a:noFill/>
          </a:ln>
          <a:effectLst>
            <a:softEdge rad="112680"/>
          </a:effectLst>
        </p:spPr>
      </p:pic>
      <p:sp>
        <p:nvSpPr>
          <p:cNvPr id="65" name="Rectangle: Rounded Corners 5"/>
          <p:cNvSpPr/>
          <p:nvPr/>
        </p:nvSpPr>
        <p:spPr>
          <a:xfrm>
            <a:off x="5246280" y="954720"/>
            <a:ext cx="1892880" cy="1409400"/>
          </a:xfrm>
          <a:prstGeom prst="roundRect">
            <a:avLst>
              <a:gd name="adj" fmla="val 16667"/>
            </a:avLst>
          </a:prstGeom>
          <a:solidFill>
            <a:srgbClr val="E8A202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Camera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Focal Length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Sensor Geometry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Lens 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: Rounded Corners 7"/>
          <p:cNvSpPr/>
          <p:nvPr/>
        </p:nvSpPr>
        <p:spPr>
          <a:xfrm>
            <a:off x="1134720" y="993600"/>
            <a:ext cx="2369160" cy="16185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C54B"/>
              </a:gs>
              <a:gs pos="50000">
                <a:srgbClr val="FFBF00"/>
              </a:gs>
              <a:gs pos="100000">
                <a:srgbClr val="FF4000"/>
              </a:gs>
            </a:gsLst>
            <a:lin ang="5400000"/>
          </a:gra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Image 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Perspective Projection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3D Scene → 2D Image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Image Generation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: Rounded Corners 9"/>
          <p:cNvSpPr/>
          <p:nvPr/>
        </p:nvSpPr>
        <p:spPr>
          <a:xfrm>
            <a:off x="950040" y="2911680"/>
            <a:ext cx="2496960" cy="1810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EAEAE"/>
              </a:gs>
              <a:gs pos="50000">
                <a:srgbClr val="A4A4A4"/>
              </a:gs>
              <a:gs pos="100000">
                <a:srgbClr val="929292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Drone Image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Capture Multiple Images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Different Viewpoints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Aerial Images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: Rounded Corners 11"/>
          <p:cNvSpPr/>
          <p:nvPr/>
        </p:nvSpPr>
        <p:spPr>
          <a:xfrm>
            <a:off x="9127800" y="2755440"/>
            <a:ext cx="1925280" cy="14997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80B761"/>
              </a:gs>
              <a:gs pos="50000">
                <a:srgbClr val="6FB142"/>
              </a:gs>
              <a:gs pos="100000">
                <a:srgbClr val="61A235"/>
              </a:gs>
            </a:gsLst>
            <a:lin ang="5400000"/>
          </a:gra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Binocular Vision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Stereo Image Pair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 Matching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Depth Estimation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: Rounded Corners 13"/>
          <p:cNvSpPr/>
          <p:nvPr/>
        </p:nvSpPr>
        <p:spPr>
          <a:xfrm>
            <a:off x="8957520" y="4687560"/>
            <a:ext cx="2298600" cy="16707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082CA"/>
              </a:gs>
              <a:gs pos="50000">
                <a:srgbClr val="3D6FC9"/>
              </a:gs>
              <a:gs pos="100000">
                <a:srgbClr val="2F61BA"/>
              </a:gs>
            </a:gsLst>
            <a:lin ang="5400000"/>
          </a:gra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Camera Calibration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Intrinsic Parameters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Extrinsic Parameters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Distortion Correction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: Rounded Corners 15"/>
          <p:cNvSpPr/>
          <p:nvPr/>
        </p:nvSpPr>
        <p:spPr>
          <a:xfrm>
            <a:off x="8881560" y="775080"/>
            <a:ext cx="2418480" cy="16185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F6F6F"/>
              </a:gs>
              <a:gs pos="48000">
                <a:srgbClr val="A8A8A8"/>
              </a:gs>
              <a:gs pos="100000">
                <a:srgbClr val="C9C9C9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Multiple View Geometry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 Correspondence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Camera Pose Estimation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Triangulation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: Rounded Corners 17"/>
          <p:cNvSpPr/>
          <p:nvPr/>
        </p:nvSpPr>
        <p:spPr>
          <a:xfrm>
            <a:off x="1407960" y="4926600"/>
            <a:ext cx="2369160" cy="15271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08C56"/>
              </a:gs>
              <a:gs pos="50000">
                <a:srgbClr val="F57A27"/>
              </a:gs>
              <a:gs pos="100000">
                <a:srgbClr val="E46B19"/>
              </a:gs>
            </a:gsLst>
            <a:lin ang="5400000"/>
          </a:gra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3D Reconstruction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Point Cloud Generation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Mesh Creation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Texture Mapping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: Rounded Corners 21"/>
          <p:cNvSpPr/>
          <p:nvPr/>
        </p:nvSpPr>
        <p:spPr>
          <a:xfrm>
            <a:off x="5246280" y="5395320"/>
            <a:ext cx="2192040" cy="1373040"/>
          </a:xfrm>
          <a:prstGeom prst="roundRect">
            <a:avLst>
              <a:gd name="adj" fmla="val 16667"/>
            </a:avLst>
          </a:prstGeom>
          <a:solidFill>
            <a:srgbClr val="516481"/>
          </a:solidFill>
          <a:ln w="0">
            <a:noFill/>
          </a:ln>
          <a:effectLst>
            <a:outerShdw algn="ctr" blurRad="57240" dir="5400000" dist="19080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1002">
            <a:schemeClr val="dk2"/>
          </a:fillRef>
          <a:effectRef idx="3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Output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Depth Map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3D Model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Reconstructed Scene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Digital Twin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Arrow: Right 26"/>
          <p:cNvSpPr/>
          <p:nvPr/>
        </p:nvSpPr>
        <p:spPr>
          <a:xfrm rot="5400000">
            <a:off x="5995440" y="2449800"/>
            <a:ext cx="505080" cy="3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Arrow: Right 28"/>
          <p:cNvSpPr/>
          <p:nvPr/>
        </p:nvSpPr>
        <p:spPr>
          <a:xfrm rot="2143800">
            <a:off x="3488760" y="2448720"/>
            <a:ext cx="1393920" cy="294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Arrow: Right 30"/>
          <p:cNvSpPr/>
          <p:nvPr/>
        </p:nvSpPr>
        <p:spPr>
          <a:xfrm rot="165600">
            <a:off x="3760920" y="3626640"/>
            <a:ext cx="1267200" cy="333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Arrow: Right 32"/>
          <p:cNvSpPr/>
          <p:nvPr/>
        </p:nvSpPr>
        <p:spPr>
          <a:xfrm rot="19653600">
            <a:off x="3830760" y="4781880"/>
            <a:ext cx="1214280" cy="31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Arrow: Right 34"/>
          <p:cNvSpPr/>
          <p:nvPr/>
        </p:nvSpPr>
        <p:spPr>
          <a:xfrm rot="8276400">
            <a:off x="7497000" y="2121480"/>
            <a:ext cx="1486080" cy="3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Arrow: Right 36"/>
          <p:cNvSpPr/>
          <p:nvPr/>
        </p:nvSpPr>
        <p:spPr>
          <a:xfrm rot="10800000">
            <a:off x="7587360" y="3362760"/>
            <a:ext cx="1454040" cy="3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Arrow: Right 38"/>
          <p:cNvSpPr/>
          <p:nvPr/>
        </p:nvSpPr>
        <p:spPr>
          <a:xfrm rot="11847600">
            <a:off x="7382880" y="4804920"/>
            <a:ext cx="1526760" cy="3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Arrow: Right 40"/>
          <p:cNvSpPr/>
          <p:nvPr/>
        </p:nvSpPr>
        <p:spPr>
          <a:xfrm rot="16200000">
            <a:off x="5995080" y="4880520"/>
            <a:ext cx="505080" cy="37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LibreOffice/26.2.4.2$Linux_X86_64 LibreOffice_project/620$Build-2</Application>
  <AppVersion>15.0000</AppVersion>
  <Words>96</Words>
  <Paragraphs>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2026-07-14T09:21:07Z</dcterms:created>
  <dc:creator>sameer shaik</dc:creator>
  <dc:description/>
  <dc:language>en-US</dc:language>
  <cp:lastModifiedBy/>
  <dcterms:modified xsi:type="dcterms:W3CDTF">2026-07-16T08:55:55Z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